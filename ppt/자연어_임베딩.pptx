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34" r:id="rId2"/>
    <p:sldId id="322" r:id="rId3"/>
    <p:sldId id="287" r:id="rId4"/>
    <p:sldId id="343" r:id="rId5"/>
    <p:sldId id="344" r:id="rId6"/>
    <p:sldId id="345" r:id="rId7"/>
    <p:sldId id="346" r:id="rId8"/>
    <p:sldId id="347" r:id="rId9"/>
    <p:sldId id="321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3810" autoAdjust="0"/>
  </p:normalViewPr>
  <p:slideViewPr>
    <p:cSldViewPr>
      <p:cViewPr varScale="1">
        <p:scale>
          <a:sx n="72" d="100"/>
          <a:sy n="72" d="100"/>
        </p:scale>
        <p:origin x="132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71C21-3757-4199-83DE-22960358A2A5}" type="datetimeFigureOut">
              <a:rPr lang="ko-KR" altLang="en-US" smtClean="0"/>
              <a:pPr/>
              <a:t>2025-10-27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4E647-5A0F-41E6-A0EF-B58D8C1C6C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03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47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659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955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626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849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37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200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39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/>
          <p:cNvSpPr/>
          <p:nvPr userDrawn="1"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FE722-38C7-4231-8BB5-7A27D4E5977D}" type="datetimeFigureOut">
              <a:rPr lang="ko-KR" altLang="en-US" smtClean="0"/>
              <a:pPr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35696" y="2708920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 err="1">
                <a:solidFill>
                  <a:schemeClr val="bg1"/>
                </a:solidFill>
              </a:rPr>
              <a:t>머신러닝</a:t>
            </a:r>
            <a:r>
              <a:rPr lang="ko-KR" altLang="en-US" sz="4400" b="1" spc="-150" dirty="0">
                <a:solidFill>
                  <a:schemeClr val="bg1"/>
                </a:solidFill>
              </a:rPr>
              <a:t> 자연어처리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3768" y="2276872"/>
            <a:ext cx="425647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 err="1">
                <a:solidFill>
                  <a:schemeClr val="tx2">
                    <a:lumMod val="50000"/>
                  </a:schemeClr>
                </a:solidFill>
              </a:rPr>
              <a:t>머신러닝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/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딥러닝</a:t>
            </a:r>
          </a:p>
        </p:txBody>
      </p:sp>
    </p:spTree>
    <p:extLst>
      <p:ext uri="{BB962C8B-B14F-4D97-AF65-F5344CB8AC3E}">
        <p14:creationId xmlns:p14="http://schemas.microsoft.com/office/powerpoint/2010/main" val="348687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500" b="1" dirty="0">
                <a:solidFill>
                  <a:schemeClr val="bg1"/>
                </a:solidFill>
              </a:rPr>
              <a:t>Word-level </a:t>
            </a:r>
            <a:r>
              <a:rPr lang="ko-KR" altLang="en-US" sz="3500" b="1" dirty="0" err="1">
                <a:solidFill>
                  <a:schemeClr val="bg1"/>
                </a:solidFill>
              </a:rPr>
              <a:t>임베딩</a:t>
            </a:r>
            <a:endParaRPr lang="ko-KR" altLang="en-US" sz="3500" b="1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8377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</a:p>
        </p:txBody>
      </p:sp>
    </p:spTree>
    <p:extLst>
      <p:ext uri="{BB962C8B-B14F-4D97-AF65-F5344CB8AC3E}">
        <p14:creationId xmlns:p14="http://schemas.microsoft.com/office/powerpoint/2010/main" val="119277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Word2Vec</a:t>
            </a:r>
            <a:r>
              <a:rPr lang="ko-KR" altLang="en-US" dirty="0"/>
              <a:t>은 단어를 단순한 문자로 생각하는 것이 아니라 의미를 가진 벡터로 표현하는 딥러닝 </a:t>
            </a:r>
            <a:r>
              <a:rPr lang="ko-KR" altLang="en-US" dirty="0" err="1"/>
              <a:t>임베딩</a:t>
            </a:r>
            <a:r>
              <a:rPr lang="ko-KR" altLang="en-US" dirty="0"/>
              <a:t> 방식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문맥을 바탕으로 단어의 의미를 학습하는 모델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코사인 유사도를 활용하여 단어 간 의미적 유사성을 표현 할 수 있는 모델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Word2Vec</a:t>
            </a:r>
            <a:endParaRPr lang="ko-KR" alt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CBOW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주변 단어를 이용하여 중심 단어를 예측</a:t>
            </a: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문맥의 단어 </a:t>
            </a:r>
            <a:r>
              <a:rPr lang="en-US" altLang="ko-KR" dirty="0"/>
              <a:t>: [</a:t>
            </a:r>
            <a:r>
              <a:rPr lang="ko-KR" altLang="en-US" dirty="0"/>
              <a:t>나는</a:t>
            </a:r>
            <a:r>
              <a:rPr lang="en-US" altLang="ko-KR" dirty="0"/>
              <a:t>, </a:t>
            </a:r>
            <a:r>
              <a:rPr lang="ko-KR" altLang="en-US" dirty="0"/>
              <a:t>먹었다</a:t>
            </a:r>
            <a:r>
              <a:rPr lang="en-US" altLang="ko-KR" dirty="0"/>
              <a:t>]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중심 단어 </a:t>
            </a:r>
            <a:r>
              <a:rPr lang="en-US" altLang="ko-KR" dirty="0"/>
              <a:t>: </a:t>
            </a:r>
            <a:r>
              <a:rPr lang="ko-KR" altLang="en-US" dirty="0"/>
              <a:t>밥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특정 단어가 어떤 문맥에 등장하는지를 이해하는 방법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긴 문맥에서는 잘 반영이 되지 </a:t>
            </a:r>
            <a:r>
              <a:rPr lang="ko-KR" altLang="en-US" dirty="0" smtClean="0"/>
              <a:t>않는 </a:t>
            </a:r>
            <a:r>
              <a:rPr lang="ko-KR" altLang="en-US" dirty="0"/>
              <a:t>문제가 있음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속도가 빠르고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/>
              <a:t>자주 등장하는 단어에 유리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Word2Vec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819083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Skip-Gram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중심 단어를 이용하여 주변 단어를 예측</a:t>
            </a: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중심 단어 </a:t>
            </a:r>
            <a:r>
              <a:rPr lang="en-US" altLang="ko-KR" dirty="0"/>
              <a:t>: </a:t>
            </a:r>
            <a:r>
              <a:rPr lang="ko-KR" altLang="en-US" dirty="0"/>
              <a:t>밥을</a:t>
            </a: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문맥 단어 </a:t>
            </a:r>
            <a:r>
              <a:rPr lang="en-US" altLang="ko-KR" dirty="0"/>
              <a:t>: [</a:t>
            </a:r>
            <a:r>
              <a:rPr lang="ko-KR" altLang="en-US" dirty="0"/>
              <a:t>나는</a:t>
            </a:r>
            <a:r>
              <a:rPr lang="en-US" altLang="ko-KR" dirty="0"/>
              <a:t>, </a:t>
            </a:r>
            <a:r>
              <a:rPr lang="ko-KR" altLang="en-US" dirty="0"/>
              <a:t>먹었다</a:t>
            </a:r>
            <a:r>
              <a:rPr lang="en-US" altLang="ko-KR" dirty="0"/>
              <a:t>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희귀 단어 학습에 강함 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CBOW</a:t>
            </a:r>
            <a:r>
              <a:rPr lang="ko-KR" altLang="en-US" dirty="0"/>
              <a:t>에 비해 일반적으로 사용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더 좋은 </a:t>
            </a:r>
            <a:r>
              <a:rPr lang="ko-KR" altLang="en-US" dirty="0" err="1"/>
              <a:t>임베딩</a:t>
            </a:r>
            <a:r>
              <a:rPr lang="ko-KR" altLang="en-US" dirty="0"/>
              <a:t> 품질을 보임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Word2Vec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572472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단어간의</a:t>
            </a:r>
            <a:r>
              <a:rPr lang="ko-KR" altLang="en-US" dirty="0"/>
              <a:t> 유사도 </a:t>
            </a:r>
            <a:r>
              <a:rPr lang="ko-KR" altLang="en-US" dirty="0" smtClean="0"/>
              <a:t>계산 </a:t>
            </a:r>
            <a:r>
              <a:rPr lang="ko-KR" altLang="en-US" dirty="0"/>
              <a:t>가능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머신러닝과</a:t>
            </a:r>
            <a:r>
              <a:rPr lang="ko-KR" altLang="en-US" dirty="0"/>
              <a:t> </a:t>
            </a:r>
            <a:r>
              <a:rPr lang="ko-KR" altLang="en-US" dirty="0" err="1"/>
              <a:t>딥러닝에서</a:t>
            </a:r>
            <a:r>
              <a:rPr lang="ko-KR" altLang="en-US" dirty="0"/>
              <a:t> 입력 데이터로 </a:t>
            </a:r>
            <a:r>
              <a:rPr lang="ko-KR" altLang="en-US" dirty="0" smtClean="0"/>
              <a:t>사용 </a:t>
            </a:r>
            <a:r>
              <a:rPr lang="ko-KR" altLang="en-US" dirty="0"/>
              <a:t>가능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/>
              <a:t>Word2Vec</a:t>
            </a:r>
            <a:endParaRPr lang="ko-KR" altLang="en-US" sz="2300" b="1" dirty="0"/>
          </a:p>
        </p:txBody>
      </p:sp>
    </p:spTree>
    <p:extLst>
      <p:ext uri="{BB962C8B-B14F-4D97-AF65-F5344CB8AC3E}">
        <p14:creationId xmlns:p14="http://schemas.microsoft.com/office/powerpoint/2010/main" val="1501590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Word2Vec</a:t>
            </a:r>
            <a:r>
              <a:rPr lang="ko-KR" altLang="en-US" dirty="0"/>
              <a:t>과 통계 기반의 강점을 결합한 방식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단어 간의 전역적인 통계정보를 이용해서 단어 </a:t>
            </a:r>
            <a:r>
              <a:rPr lang="ko-KR" altLang="en-US" dirty="0" err="1"/>
              <a:t>백터를</a:t>
            </a:r>
            <a:r>
              <a:rPr lang="ko-KR" altLang="en-US" dirty="0"/>
              <a:t> 학습하는 </a:t>
            </a:r>
            <a:r>
              <a:rPr lang="ko-KR" altLang="en-US" dirty="0" err="1"/>
              <a:t>임베딩</a:t>
            </a:r>
            <a:r>
              <a:rPr lang="ko-KR" altLang="en-US" dirty="0"/>
              <a:t> 방식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사전에 학습이 된 모델을 이용하여 </a:t>
            </a:r>
            <a:r>
              <a:rPr lang="ko-KR" altLang="en-US" dirty="0" err="1"/>
              <a:t>임베딩</a:t>
            </a:r>
            <a:r>
              <a:rPr lang="ko-KR" altLang="en-US" dirty="0"/>
              <a:t> 변환을 </a:t>
            </a:r>
            <a:r>
              <a:rPr lang="ko-KR" altLang="en-US" dirty="0" smtClean="0"/>
              <a:t>사용</a:t>
            </a:r>
            <a:r>
              <a:rPr lang="en-US" altLang="ko-KR" dirty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사전 모델을 사용하지 않으면 오래 걸리고 어려울 수 있음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영문 모델은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	https://nlp.stanford.edu/projects/glove/</a:t>
            </a:r>
            <a:br>
              <a:rPr lang="en-US" altLang="ko-KR" dirty="0"/>
            </a:br>
            <a:r>
              <a:rPr lang="ko-KR" altLang="en-US" dirty="0"/>
              <a:t>사이트에서 다운로드 </a:t>
            </a:r>
            <a:r>
              <a:rPr lang="ko-KR" altLang="en-US" dirty="0" smtClean="0"/>
              <a:t>가능 </a:t>
            </a:r>
            <a:r>
              <a:rPr lang="en-US" altLang="ko-KR" dirty="0" smtClean="0"/>
              <a:t>(</a:t>
            </a:r>
            <a:r>
              <a:rPr lang="ko-KR" altLang="en-US" dirty="0" smtClean="0"/>
              <a:t>영문 모델이 유명</a:t>
            </a:r>
            <a:r>
              <a:rPr lang="en-US" altLang="ko-KR" dirty="0" smtClean="0"/>
              <a:t>. </a:t>
            </a:r>
            <a:r>
              <a:rPr lang="ko-KR" altLang="en-US" dirty="0" smtClean="0"/>
              <a:t>영문으로 작업할 일이 생겼을 때 사용하면 성능 굉장히 좋을 것</a:t>
            </a:r>
            <a:r>
              <a:rPr lang="en-US" altLang="ko-KR" dirty="0" smtClean="0"/>
              <a:t>.)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 err="1"/>
              <a:t>GloVe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378569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단어 하나를 하나의 토큰으로 보는 것이 아니라 글자 단위로 분해하여 벡터를 학습하는 방식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글자를 </a:t>
            </a:r>
            <a:r>
              <a:rPr lang="en-US" altLang="ko-KR" dirty="0"/>
              <a:t>n-gram</a:t>
            </a:r>
            <a:r>
              <a:rPr lang="ko-KR" altLang="en-US" dirty="0"/>
              <a:t>의 형식으로 학습을 하기 때문에 </a:t>
            </a:r>
            <a:r>
              <a:rPr lang="en-US" altLang="ko-KR" dirty="0"/>
              <a:t>OOV(</a:t>
            </a:r>
            <a:r>
              <a:rPr lang="ko-KR" altLang="en-US" dirty="0"/>
              <a:t>사전에 없는 단어</a:t>
            </a:r>
            <a:r>
              <a:rPr lang="en-US" altLang="ko-KR" dirty="0" smtClean="0"/>
              <a:t>) </a:t>
            </a:r>
            <a:r>
              <a:rPr lang="ko-KR" altLang="en-US" dirty="0" smtClean="0"/>
              <a:t>문제 해결 가능</a:t>
            </a:r>
            <a:endParaRPr lang="en-US" altLang="ko-K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자연어 처리에서 </a:t>
            </a:r>
            <a:r>
              <a:rPr lang="en-US" altLang="ko-KR" dirty="0" smtClean="0"/>
              <a:t>OOV </a:t>
            </a:r>
            <a:r>
              <a:rPr lang="ko-KR" altLang="en-US" dirty="0" smtClean="0"/>
              <a:t>문제는 생각보다 큰 문제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단어의 형태 </a:t>
            </a:r>
            <a:r>
              <a:rPr lang="ko-KR" altLang="en-US" dirty="0" smtClean="0"/>
              <a:t>변화</a:t>
            </a:r>
            <a:r>
              <a:rPr lang="en-US" altLang="ko-KR" dirty="0" smtClean="0"/>
              <a:t>(+</a:t>
            </a:r>
            <a:r>
              <a:rPr lang="ko-KR" altLang="en-US" dirty="0" smtClean="0"/>
              <a:t>부사 등등</a:t>
            </a:r>
            <a:r>
              <a:rPr lang="en-US" altLang="ko-KR" dirty="0" smtClean="0"/>
              <a:t>)</a:t>
            </a:r>
            <a:r>
              <a:rPr lang="ko-KR" altLang="en-US" dirty="0" smtClean="0"/>
              <a:t>에 </a:t>
            </a:r>
            <a:r>
              <a:rPr lang="ko-KR" altLang="en-US" dirty="0"/>
              <a:t>강한 모델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단어 대신 글자 단위로 보기 때문에 </a:t>
            </a:r>
            <a:r>
              <a:rPr lang="ko-KR" altLang="en-US" dirty="0" err="1" smtClean="0"/>
              <a:t>계산량이</a:t>
            </a:r>
            <a:r>
              <a:rPr lang="ko-KR" altLang="en-US" dirty="0" smtClean="0"/>
              <a:t> 많아져 학습에 </a:t>
            </a:r>
            <a:r>
              <a:rPr lang="ko-KR" altLang="en-US" dirty="0"/>
              <a:t>시간이 오래 걸림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N-gram </a:t>
            </a:r>
            <a:r>
              <a:rPr lang="ko-KR" altLang="en-US" dirty="0"/>
              <a:t>벡터들을 추가로 </a:t>
            </a:r>
            <a:r>
              <a:rPr lang="ko-KR" altLang="en-US" dirty="0" smtClean="0"/>
              <a:t>이용하므로 메모리 사용량 </a:t>
            </a:r>
            <a:r>
              <a:rPr lang="ko-KR" altLang="en-US" dirty="0"/>
              <a:t>증가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 err="1"/>
              <a:t>FastText</a:t>
            </a:r>
            <a:endParaRPr lang="ko-KR" altLang="en-US" sz="2300" b="1" dirty="0"/>
          </a:p>
        </p:txBody>
      </p:sp>
    </p:spTree>
    <p:extLst>
      <p:ext uri="{BB962C8B-B14F-4D97-AF65-F5344CB8AC3E}">
        <p14:creationId xmlns:p14="http://schemas.microsoft.com/office/powerpoint/2010/main" val="3311746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3068960"/>
            <a:ext cx="8640960" cy="352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627784" y="10527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99792" y="2564904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THANK</a:t>
            </a:r>
          </a:p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YOU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8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18308</TotalTime>
  <Words>280</Words>
  <Application>Microsoft Office PowerPoint</Application>
  <PresentationFormat>화면 슬라이드 쇼(4:3)</PresentationFormat>
  <Paragraphs>69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minhee park</dc:creator>
  <cp:lastModifiedBy>student</cp:lastModifiedBy>
  <cp:revision>175</cp:revision>
  <dcterms:created xsi:type="dcterms:W3CDTF">2016-11-03T20:47:04Z</dcterms:created>
  <dcterms:modified xsi:type="dcterms:W3CDTF">2025-10-27T08:13:36Z</dcterms:modified>
</cp:coreProperties>
</file>